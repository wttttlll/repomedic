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070" r:id="rId3"/>
    <p:sldId id="1928" r:id="rId4"/>
    <p:sldId id="1932" r:id="rId6"/>
    <p:sldId id="2071" r:id="rId7"/>
    <p:sldId id="2073" r:id="rId8"/>
    <p:sldId id="1924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6F"/>
    <a:srgbClr val="0A3F8C"/>
    <a:srgbClr val="004698"/>
    <a:srgbClr val="00FF00"/>
    <a:srgbClr val="FFC000"/>
    <a:srgbClr val="093B85"/>
    <a:srgbClr val="314865"/>
    <a:srgbClr val="014698"/>
    <a:srgbClr val="143F6A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31" autoAdjust="0"/>
    <p:restoredTop sz="87868" autoAdjust="0"/>
  </p:normalViewPr>
  <p:slideViewPr>
    <p:cSldViewPr snapToGrid="0" showGuides="1">
      <p:cViewPr varScale="1">
        <p:scale>
          <a:sx n="110" d="100"/>
          <a:sy n="110" d="100"/>
        </p:scale>
        <p:origin x="684" y="102"/>
      </p:cViewPr>
      <p:guideLst>
        <p:guide orient="horz" pos="2160"/>
        <p:guide pos="38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E7982-F8B1-4591-A0C3-812A9BB4FE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7658B-3C48-422E-9CBA-2A10C5E391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47658B-3C48-422E-9CBA-2A10C5E391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47658B-3C48-422E-9CBA-2A10C5E391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758267"/>
            <a:ext cx="9144000" cy="1228897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92622"/>
            <a:ext cx="9144000" cy="138989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802" y="6506817"/>
            <a:ext cx="12190199" cy="351185"/>
          </a:xfrm>
          <a:prstGeom prst="rect">
            <a:avLst/>
          </a:prstGeom>
          <a:solidFill>
            <a:srgbClr val="0046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2" name="矩形 11"/>
          <p:cNvSpPr/>
          <p:nvPr userDrawn="1"/>
        </p:nvSpPr>
        <p:spPr>
          <a:xfrm>
            <a:off x="-1" y="6506817"/>
            <a:ext cx="1424609" cy="3511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61" y="6557795"/>
            <a:ext cx="1184684" cy="24922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32" b="35032"/>
          <a:stretch>
            <a:fillRect/>
          </a:stretch>
        </p:blipFill>
        <p:spPr>
          <a:xfrm>
            <a:off x="10728495" y="6506817"/>
            <a:ext cx="1250609" cy="3511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4355" y="6574408"/>
            <a:ext cx="961197" cy="108000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9309101" y="6668121"/>
            <a:ext cx="28829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7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Sound in Morality, Broad in Learning and Pursuing Excellence</a:t>
            </a:r>
            <a:endParaRPr lang="zh-CN" altLang="en-US" sz="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608869"/>
            <a:ext cx="12192000" cy="252000"/>
          </a:xfrm>
          <a:prstGeom prst="rect">
            <a:avLst/>
          </a:prstGeom>
          <a:gradFill flip="none" rotWithShape="1">
            <a:gsLst>
              <a:gs pos="19000">
                <a:schemeClr val="accent3">
                  <a:lumMod val="13000"/>
                  <a:lumOff val="87000"/>
                </a:schemeClr>
              </a:gs>
              <a:gs pos="52000">
                <a:srgbClr val="004698">
                  <a:lumMod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093673"/>
            <a:ext cx="11306432" cy="5385656"/>
          </a:xfrm>
        </p:spPr>
        <p:txBody>
          <a:bodyPr/>
          <a:lstStyle>
            <a:lvl1pPr>
              <a:lnSpc>
                <a:spcPct val="120000"/>
              </a:lnSpc>
              <a:defRPr sz="2800" b="1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18" y="326902"/>
            <a:ext cx="11775989" cy="514606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32" b="35032"/>
          <a:stretch>
            <a:fillRect/>
          </a:stretch>
        </p:blipFill>
        <p:spPr>
          <a:xfrm>
            <a:off x="10728495" y="6506817"/>
            <a:ext cx="1250609" cy="35118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5441090" y="6607656"/>
            <a:ext cx="6796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35EF956-F787-4DA6-8CC7-540B7C7779F1}" type="slidenum">
              <a:rPr lang="zh-CN" altLang="en-US" sz="1050" smtClean="0">
                <a:solidFill>
                  <a:schemeClr val="bg1"/>
                </a:solidFill>
              </a:rPr>
            </a:fld>
            <a:endParaRPr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309101" y="6698601"/>
            <a:ext cx="28829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Sound in Morality, Broad in Learning and Pursuing Excellence</a:t>
            </a:r>
            <a:endParaRPr lang="zh-CN" altLang="en-US" sz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0812642" y="6579723"/>
            <a:ext cx="1396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0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厚 德 博 学    追 求 卓 越</a:t>
            </a:r>
            <a:endParaRPr lang="zh-CN" altLang="en-US" sz="900" b="0" dirty="0">
              <a:solidFill>
                <a:schemeClr val="bg1"/>
              </a:solidFill>
              <a:latin typeface="方正小标宋简体" panose="03000509000000000000" pitchFamily="65" charset="-122"/>
              <a:ea typeface="方正小标宋简体" panose="03000509000000000000" pitchFamily="65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8" y="6645756"/>
            <a:ext cx="898138" cy="180000"/>
          </a:xfrm>
          <a:prstGeom prst="rect">
            <a:avLst/>
          </a:prstGeom>
        </p:spPr>
      </p:pic>
      <p:sp>
        <p:nvSpPr>
          <p:cNvPr id="10" name="AutoShape 4"/>
          <p:cNvSpPr>
            <a:spLocks noChangeArrowheads="1"/>
          </p:cNvSpPr>
          <p:nvPr userDrawn="1"/>
        </p:nvSpPr>
        <p:spPr bwMode="auto">
          <a:xfrm>
            <a:off x="314068" y="989744"/>
            <a:ext cx="11547732" cy="5385656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28575">
            <a:noFill/>
            <a:prstDash val="lgDash"/>
            <a:rou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0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720EB-7D0D-486B-9297-5798EEF11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BD94E-2287-4497-9C85-ECDE3A5807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1238250" y="2132457"/>
            <a:ext cx="9715500" cy="4094842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28575">
            <a:noFill/>
            <a:prstDash val="lgDash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0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9" name="直线"/>
          <p:cNvSpPr/>
          <p:nvPr/>
        </p:nvSpPr>
        <p:spPr>
          <a:xfrm>
            <a:off x="4857781" y="1357124"/>
            <a:ext cx="2495973" cy="0"/>
          </a:xfrm>
          <a:prstGeom prst="line">
            <a:avLst/>
          </a:prstGeom>
          <a:noFill/>
          <a:ln w="12700" cap="flat" cmpd="sng">
            <a:solidFill>
              <a:srgbClr val="314865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矩形"/>
          <p:cNvSpPr/>
          <p:nvPr/>
        </p:nvSpPr>
        <p:spPr>
          <a:xfrm>
            <a:off x="3115727" y="555823"/>
            <a:ext cx="5980080" cy="82080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62560" tIns="81280" rIns="162560" bIns="81280" anchor="t" anchorCtr="0">
            <a:spAutoFit/>
          </a:bodyPr>
          <a:lstStyle/>
          <a:p>
            <a:pPr algn="ctr"/>
            <a:r>
              <a:rPr lang="zh-CN" altLang="en-US" sz="4265" b="1" dirty="0">
                <a:latin typeface="微软雅黑" panose="020B0503020204020204" pitchFamily="34" charset="-122"/>
                <a:ea typeface="微软雅黑" panose="020B0503020204020204" pitchFamily="34" charset="-122"/>
                <a:cs typeface="Franklin Gothic Book" panose="020B0503020102020204" charset="0"/>
              </a:rPr>
              <a:t>主要内容</a:t>
            </a:r>
            <a:endParaRPr lang="zh-CN" altLang="en-US" sz="4265" b="1" dirty="0">
              <a:latin typeface="微软雅黑" panose="020B0503020204020204" pitchFamily="34" charset="-122"/>
              <a:ea typeface="微软雅黑" panose="020B0503020204020204" pitchFamily="34" charset="-122"/>
              <a:cs typeface="Franklin Gothic Book" panose="020B0503020102020204" charset="0"/>
            </a:endParaRPr>
          </a:p>
        </p:txBody>
      </p:sp>
      <p:sp>
        <p:nvSpPr>
          <p:cNvPr id="11" name="矩形"/>
          <p:cNvSpPr/>
          <p:nvPr/>
        </p:nvSpPr>
        <p:spPr>
          <a:xfrm>
            <a:off x="3935909" y="1311655"/>
            <a:ext cx="4339717" cy="49237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62560" tIns="81280" rIns="162560" bIns="81280" anchor="t" anchorCtr="0">
            <a:spAutoFit/>
          </a:bodyPr>
          <a:lstStyle/>
          <a:p>
            <a:pPr algn="ctr"/>
            <a:r>
              <a:rPr lang="en-US" altLang="zh-CN" sz="213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ranklin Gothic Book" panose="020B0503020102020204" charset="0"/>
              </a:rPr>
              <a:t>THE MAIN CONTENTS</a:t>
            </a:r>
            <a:endParaRPr lang="zh-CN" altLang="en-US" sz="2135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ranklin Gothic Book" panose="020B0503020102020204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824556" y="2728044"/>
            <a:ext cx="753505" cy="8459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b="1" dirty="0">
              <a:solidFill>
                <a:srgbClr val="FFFFFF"/>
              </a:solidFill>
              <a:highlight>
                <a:srgbClr val="FFFF00"/>
              </a:highlight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74032" y="2728044"/>
            <a:ext cx="6092536" cy="845964"/>
          </a:xfrm>
          <a:prstGeom prst="rect">
            <a:avLst/>
          </a:prstGeom>
          <a:solidFill>
            <a:srgbClr val="093B85"/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b="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_1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613161" y="2913165"/>
            <a:ext cx="1209877" cy="496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zh-CN" altLang="en-US" sz="3600" b="1" dirty="0">
              <a:solidFill>
                <a:srgbClr val="0046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824556" y="3718024"/>
            <a:ext cx="753505" cy="8459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b="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574032" y="3718024"/>
            <a:ext cx="6092536" cy="845964"/>
          </a:xfrm>
          <a:prstGeom prst="rect">
            <a:avLst/>
          </a:prstGeom>
          <a:solidFill>
            <a:srgbClr val="093B85"/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b="1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7" name="_1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613161" y="3903144"/>
            <a:ext cx="1209877" cy="496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lang="zh-CN" altLang="en-US" sz="3600" b="1" dirty="0">
              <a:solidFill>
                <a:srgbClr val="00469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3287688" y="2869169"/>
            <a:ext cx="64790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/>
            <a:endParaRPr lang="en-US" altLang="zh-CN" sz="3600" b="1" dirty="0">
              <a:solidFill>
                <a:srgbClr val="FFFFFF"/>
              </a:solidFill>
              <a:latin typeface="华文中宋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3287688" y="3862768"/>
            <a:ext cx="64790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/>
            <a:endParaRPr lang="en-US" altLang="zh-CN" sz="3600" b="1" dirty="0">
              <a:solidFill>
                <a:srgbClr val="FFFFFF"/>
              </a:solidFill>
              <a:latin typeface="华文中宋" panose="02010600040101010101" pitchFamily="2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0" y="2060853"/>
            <a:ext cx="12192000" cy="1800225"/>
            <a:chOff x="816" y="2304"/>
            <a:chExt cx="1440" cy="448"/>
          </a:xfrm>
        </p:grpSpPr>
        <p:sp>
          <p:nvSpPr>
            <p:cNvPr id="5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93B85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1143000" y="2501902"/>
            <a:ext cx="9906000" cy="8299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4800" b="1" dirty="0">
                <a:solidFill>
                  <a:srgbClr val="FFFFFF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一、</a:t>
            </a:r>
            <a:endParaRPr lang="zh-CN" altLang="en-US" sz="3600" dirty="0">
              <a:solidFill>
                <a:srgbClr val="FFFFFF"/>
              </a:solidFill>
              <a:latin typeface="华文中宋" panose="02010600040101010101" pitchFamily="2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2060853"/>
            <a:ext cx="12192000" cy="1800225"/>
            <a:chOff x="816" y="2304"/>
            <a:chExt cx="1440" cy="448"/>
          </a:xfrm>
        </p:grpSpPr>
        <p:sp>
          <p:nvSpPr>
            <p:cNvPr id="5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93B85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1143000" y="2501902"/>
            <a:ext cx="9906000" cy="138366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4800" b="1" dirty="0">
                <a:solidFill>
                  <a:srgbClr val="FFFFFF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二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pitchFamily="2" charset="-122"/>
                <a:ea typeface="微软雅黑" panose="020B0503020204020204" pitchFamily="34" charset="-122"/>
                <a:cs typeface="+mn-cs"/>
              </a:rPr>
              <a:t>、</a:t>
            </a:r>
            <a:endParaRPr lang="en-US" altLang="zh-CN" sz="4800" b="1" dirty="0">
              <a:solidFill>
                <a:srgbClr val="FFFFFF"/>
              </a:solidFill>
              <a:latin typeface="华文中宋" panose="02010600040101010101" pitchFamily="2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中宋" panose="02010600040101010101" pitchFamily="2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0" y="1832253"/>
            <a:ext cx="12192000" cy="1800225"/>
            <a:chOff x="816" y="2304"/>
            <a:chExt cx="1440" cy="448"/>
          </a:xfrm>
        </p:grpSpPr>
        <p:sp>
          <p:nvSpPr>
            <p:cNvPr id="5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93B85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1143000" y="2128162"/>
            <a:ext cx="9906000" cy="1015663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6000" b="1" dirty="0">
                <a:solidFill>
                  <a:srgbClr val="FFFFFF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谢  谢！</a:t>
            </a:r>
            <a:endParaRPr lang="zh-CN" altLang="en-US" sz="4400" dirty="0">
              <a:solidFill>
                <a:srgbClr val="FFFFFF"/>
              </a:solidFill>
              <a:latin typeface="华文中宋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9" name="矩形"/>
          <p:cNvSpPr/>
          <p:nvPr/>
        </p:nvSpPr>
        <p:spPr>
          <a:xfrm>
            <a:off x="1618415" y="4066881"/>
            <a:ext cx="3918567" cy="23567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>
            <a:noAutofit/>
          </a:bodyPr>
          <a:lstStyle/>
          <a:p>
            <a: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zh-CN" altLang="en-US" sz="2400" b="0" u="none" strike="noStrike" kern="1200" cap="none" spc="0" baseline="0" dirty="0">
              <a:solidFill>
                <a:schemeClr val="tx1"/>
              </a:solidFill>
              <a:latin typeface="Georgia" panose="02040502050405020303" pitchFamily="18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95743" y="360659"/>
            <a:ext cx="2762856" cy="55374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2" name="矩形"/>
          <p:cNvSpPr/>
          <p:nvPr/>
        </p:nvSpPr>
        <p:spPr>
          <a:xfrm>
            <a:off x="5892800" y="4065363"/>
            <a:ext cx="4991100" cy="23567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>
            <a:noAutofit/>
          </a:bodyPr>
          <a:lstStyle/>
          <a:p>
            <a: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zh-CN" altLang="en-US" sz="2400" b="0" u="none" strike="noStrike" kern="1200" cap="none" spc="0" baseline="0" dirty="0">
              <a:solidFill>
                <a:schemeClr val="tx1"/>
              </a:solidFill>
              <a:latin typeface="Georgia" panose="02040502050405020303" pitchFamily="18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4.56251968503935,&quot;left&quot;:205.7607086614173,&quot;top&quot;:214.80661417322835,&quot;width&quot;:563.2723622047245}"/>
</p:tagLst>
</file>

<file path=ppt/tags/tag2.xml><?xml version="1.0" encoding="utf-8"?>
<p:tagLst xmlns:p="http://schemas.openxmlformats.org/presentationml/2006/main">
  <p:tag name="KSO_WM_DIAGRAM_VIRTUALLY_FRAME" val="{&quot;height&quot;:144.56251968503935,&quot;left&quot;:205.7607086614173,&quot;top&quot;:214.80661417322835,&quot;width&quot;:563.2723622047245}"/>
</p:tagLst>
</file>

<file path=ppt/tags/tag3.xml><?xml version="1.0" encoding="utf-8"?>
<p:tagLst xmlns:p="http://schemas.openxmlformats.org/presentationml/2006/main">
  <p:tag name="KSO_WM_DIAGRAM_VIRTUALLY_FRAME" val="{&quot;height&quot;:144.56251968503935,&quot;left&quot;:205.7607086614173,&quot;top&quot;:214.80661417322835,&quot;width&quot;:563.2723622047245}"/>
</p:tagLst>
</file>

<file path=ppt/tags/tag4.xml><?xml version="1.0" encoding="utf-8"?>
<p:tagLst xmlns:p="http://schemas.openxmlformats.org/presentationml/2006/main">
  <p:tag name="KSO_WM_DIAGRAM_VIRTUALLY_FRAME" val="{&quot;height&quot;:144.56251968503935,&quot;left&quot;:205.7607086614173,&quot;top&quot;:214.80661417322835,&quot;width&quot;:563.2723622047245}"/>
</p:tagLst>
</file>

<file path=ppt/tags/tag5.xml><?xml version="1.0" encoding="utf-8"?>
<p:tagLst xmlns:p="http://schemas.openxmlformats.org/presentationml/2006/main">
  <p:tag name="KSO_WM_DIAGRAM_VIRTUALLY_FRAME" val="{&quot;height&quot;:144.56251968503935,&quot;left&quot;:205.7607086614173,&quot;top&quot;:214.80661417322835,&quot;width&quot;:563.2723622047245}"/>
</p:tagLst>
</file>

<file path=ppt/tags/tag6.xml><?xml version="1.0" encoding="utf-8"?>
<p:tagLst xmlns:p="http://schemas.openxmlformats.org/presentationml/2006/main">
  <p:tag name="KSO_WM_DIAGRAM_VIRTUALLY_FRAME" val="{&quot;height&quot;:144.56251968503935,&quot;left&quot;:205.7607086614173,&quot;top&quot;:214.80661417322835,&quot;width&quot;:563.2723622047245}"/>
</p:tagLst>
</file>

<file path=ppt/tags/tag7.xml><?xml version="1.0" encoding="utf-8"?>
<p:tagLst xmlns:p="http://schemas.openxmlformats.org/presentationml/2006/main">
  <p:tag name="KSO_WM_DIAGRAM_VIRTUALLY_FRAME" val="{&quot;height&quot;:144.56251968503935,&quot;left&quot;:205.7607086614173,&quot;top&quot;:214.80661417322835,&quot;width&quot;:563.2723622047245}"/>
</p:tagLst>
</file>

<file path=ppt/tags/tag8.xml><?xml version="1.0" encoding="utf-8"?>
<p:tagLst xmlns:p="http://schemas.openxmlformats.org/presentationml/2006/main">
  <p:tag name="KSO_WM_DIAGRAM_VIRTUALLY_FRAME" val="{&quot;height&quot;:144.56251968503935,&quot;left&quot;:205.7607086614173,&quot;top&quot;:214.80661417322835,&quot;width&quot;:563.2723622047245}"/>
</p:tagLst>
</file>

<file path=ppt/tags/tag9.xml><?xml version="1.0" encoding="utf-8"?>
<p:tagLst xmlns:p="http://schemas.openxmlformats.org/presentationml/2006/main">
  <p:tag name="KSO_WPP_MARK_KEY" val="c654f593-15df-4724-8473-c3efef962436"/>
  <p:tag name="COMMONDATA" val="eyJoZGlkIjoiNGViOGYyM2JhYmQyZGYwNzBhODU3YzE0NmZiN2QwYzM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2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锈迹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15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方正小标宋简体</vt:lpstr>
      <vt:lpstr>黑体</vt:lpstr>
      <vt:lpstr>Franklin Gothic Book</vt:lpstr>
      <vt:lpstr>华文中宋</vt:lpstr>
      <vt:lpstr>Calibri</vt:lpstr>
      <vt:lpstr>Calibri</vt:lpstr>
      <vt:lpstr>等线</vt:lpstr>
      <vt:lpstr>Georgia</vt:lpstr>
      <vt:lpstr>KSOFBBF09B1B</vt:lpstr>
      <vt:lpstr>Segoe Print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Cheng Xide</dc:creator>
  <cp:lastModifiedBy>w</cp:lastModifiedBy>
  <cp:revision>945</cp:revision>
  <dcterms:created xsi:type="dcterms:W3CDTF">2021-08-20T03:00:00Z</dcterms:created>
  <dcterms:modified xsi:type="dcterms:W3CDTF">2026-10-25T07:59:45Z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B1D1E0F746E44AFA96E53023FC8D6EBD_13</vt:lpwstr>
  </property>
  <property fmtid="{D5CDD505-2E9C-101B-9397-08002B2CF9AE}" pid="3" name="KSOProductBuildVer">
    <vt:lpwstr>2052-12.1.0.29161</vt:lpwstr>
  </property>
</Properties>
</file>